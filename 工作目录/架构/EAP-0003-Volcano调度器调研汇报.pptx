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EAP-0003 Volcano 调度器调研汇报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D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Cloud_Native 项目 | 修订版交付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日期：2026-03-26   责任人：Cloud Native Architect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调研目标与结论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C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为什么在 Cloud_Native 体系中引入 Volcano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8FB9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目标：评估 Volcano 对批处理/训练作业的调度价值、边界与落地路径。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结论：Volcano 在 Gang Scheduling 与多队列治理上显著优于原生调度。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建议：先试点最小闭环（单队列 + 示例作业 + 关键指标），再扩大范围。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交付：文档 + 架构图 + PPT + 脚本整理清单（不执行部署）。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关键能力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C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 对批任务场景的核心补齐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8FB9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Gang Scheduling：通过 PodGroup 控制整组任务启动，降低“半启动”卡死风险。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Queue 治理：支持 capability / deserved / guarantee 与回收策略。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调度动作链：enqueue -&gt; allocate -&gt; preempt/reclaim -&gt; backfill。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作业对象：VolcanoJob 支持多角色任务与更强生命周期编排。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架构图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C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 在 Kubernetes 控制面的集成关系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8FB9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54480"/>
            <a:ext cx="1682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业务作业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VolcanoJob/PodGroup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463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1554480"/>
            <a:ext cx="1682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Kubernetes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14630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155448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etcd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743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28346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volcano-admission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准入校验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743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28346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volcano-controllers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Queue/PodGroup 控制循环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743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9F2E6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8346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volcano-scheduler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Actions + Plugins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0" y="14630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1392" y="155448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Queue / PodGroup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策略与状态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29260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30175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Node A / B / 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绑定执行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0" y="43891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2700">
            <a:solidFill>
              <a:srgbClr val="7AA5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1392" y="448056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监控治理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4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等待时长/抢占次数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1828800"/>
            <a:ext cx="457200" cy="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54880" y="1828800"/>
            <a:ext cx="457200" cy="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40480" y="2194560"/>
            <a:ext cx="-1005840" cy="64008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0" y="2194560"/>
            <a:ext cx="548640" cy="64008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2194560"/>
            <a:ext cx="731520" cy="64008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12480" y="3200400"/>
            <a:ext cx="365760" cy="9144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75520" y="2194560"/>
            <a:ext cx="0" cy="73152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75520" y="3657600"/>
            <a:ext cx="0" cy="731520"/>
          </a:xfrm>
          <a:prstGeom prst="line">
            <a:avLst/>
          </a:prstGeom>
          <a:noFill/>
          <a:ln w="12700">
            <a:solidFill>
              <a:srgbClr val="2D5F8A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4008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调度主链：enqueue -&gt; allocate -&gt; preempt/reclaim -&gt; backfill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与原生调度对比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C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 Cloud_Native 的实际收益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8FB9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10149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组调度：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 原生支持 PodGroup/Gang，提升分布式作业可运行性。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多租户治理：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队列与配额模型更完整，SLA 管理更清晰。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复杂作业编排：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VolcanoJob 多角色表达能力优于原生 Job。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代价：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新增组件运维成本，需要观测、升级和回滚体系。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实施计划与风险控制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C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分阶段上线，控制冲击面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8FB9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Phase-0：冻结版本矩阵，确认回滚模板与变更门禁。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Phase-1：开发环境试点，观测队列等待、调度耗时、作业完成时长。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Phase-2：按业务域拆队列，逐步启用优先级与配额。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Phase-3：审慎启用 preempt/reclaim，配套审计与成本报表。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风险控制：最小 RBAC、灰度发布、故障演练、季度升级窗口。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交付清单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C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本次任务实际产出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8FB9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调研文档：工作目录/架构/EAP-0003-Volcano调度器调研文档.md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架构图：工作目录/架构/EAP-0003-Volcano调度器架构图.md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脚本清单：工作目录/运维/部署脚本整理-2026-03-26.md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脚本归档：工作目录/运维/部署脚本/eap-0001/（未执行）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本 PPT：工作目录/架构/EAP-0003-Volcano调度器调研汇报.pptx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Paperclip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EAP-0003 Volcano 调度器调研汇报</dc:title>
  <dc:subject>EAP-0003 Volcano 调度器调研</dc:subject>
  <dc:creator>Cloud Native Architect</dc:creator>
  <cp:lastModifiedBy>Cloud Native Architect</cp:lastModifiedBy>
  <cp:revision>1</cp:revision>
  <dcterms:created xsi:type="dcterms:W3CDTF">2026-03-26T08:28:26Z</dcterms:created>
  <dcterms:modified xsi:type="dcterms:W3CDTF">2026-03-26T08:28:26Z</dcterms:modified>
</cp:coreProperties>
</file>